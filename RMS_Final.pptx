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51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914400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3520440"/>
            <a:ext cx="9144000" cy="1623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Management System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Group New Zealand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DPSM Project  ·  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 ·  Requirements  ·  UML  ·  C# Implementation  ·  Live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041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Matty Luriz  ·  23206450  ·  Data Process and Software Modelling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Stakeholders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0058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Group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Zealand's largest listed retailer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9019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914400" y="18562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1982 — single Auckland warehouse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4323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914400" y="23865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~12,000 employees across 42 stores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96265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914400" y="291693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The Warehouse, Warehouse Stationery, Noel Leeming, Torpedo7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49300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914400" y="34472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centralises in-store POS, online sales, inventory, payments and reporting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4297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5"/>
          <p:cNvSpPr/>
          <p:nvPr/>
        </p:nvSpPr>
        <p:spPr>
          <a:xfrm>
            <a:off x="4709160" y="1033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106984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7"/>
          <p:cNvSpPr/>
          <p:nvPr/>
        </p:nvSpPr>
        <p:spPr>
          <a:xfrm>
            <a:off x="7589520" y="1069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13258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cart, checkout, track orders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1746504"/>
            <a:ext cx="4297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2" name="Shape 20"/>
          <p:cNvSpPr/>
          <p:nvPr/>
        </p:nvSpPr>
        <p:spPr>
          <a:xfrm>
            <a:off x="4572000" y="1746504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Text 21"/>
          <p:cNvSpPr/>
          <p:nvPr/>
        </p:nvSpPr>
        <p:spPr>
          <a:xfrm>
            <a:off x="4709160" y="18196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Associate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18562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Text 23"/>
          <p:cNvSpPr/>
          <p:nvPr/>
        </p:nvSpPr>
        <p:spPr>
          <a:xfrm>
            <a:off x="7589520" y="1856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2112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transactions, receipts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532888"/>
            <a:ext cx="4297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8" name="Shape 26"/>
          <p:cNvSpPr/>
          <p:nvPr/>
        </p:nvSpPr>
        <p:spPr>
          <a:xfrm>
            <a:off x="4572000" y="2532888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9" name="Text 27"/>
          <p:cNvSpPr/>
          <p:nvPr/>
        </p:nvSpPr>
        <p:spPr>
          <a:xfrm>
            <a:off x="4709160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26426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1" name="Text 29"/>
          <p:cNvSpPr/>
          <p:nvPr/>
        </p:nvSpPr>
        <p:spPr>
          <a:xfrm>
            <a:off x="7589520" y="26426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28986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updates, inventory, alerts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3319272"/>
            <a:ext cx="4297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34" name="Shape 32"/>
          <p:cNvSpPr/>
          <p:nvPr/>
        </p:nvSpPr>
        <p:spPr>
          <a:xfrm>
            <a:off x="4572000" y="3319272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5" name="Text 33"/>
          <p:cNvSpPr/>
          <p:nvPr/>
        </p:nvSpPr>
        <p:spPr>
          <a:xfrm>
            <a:off x="4709160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89520" y="342900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7" name="Text 35"/>
          <p:cNvSpPr/>
          <p:nvPr/>
        </p:nvSpPr>
        <p:spPr>
          <a:xfrm>
            <a:off x="7589520" y="3429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3685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analytics, performance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4105656"/>
            <a:ext cx="4297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40" name="Shape 38"/>
          <p:cNvSpPr/>
          <p:nvPr/>
        </p:nvSpPr>
        <p:spPr>
          <a:xfrm>
            <a:off x="4572000" y="4105656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1" name="Text 39"/>
          <p:cNvSpPr/>
          <p:nvPr/>
        </p:nvSpPr>
        <p:spPr>
          <a:xfrm>
            <a:off x="4709160" y="4178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Administrator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89520" y="421538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3" name="Text 41"/>
          <p:cNvSpPr/>
          <p:nvPr/>
        </p:nvSpPr>
        <p:spPr>
          <a:xfrm>
            <a:off x="7589520" y="4215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44714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system maintenance, RBAC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— FR &amp; NFR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0058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97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0149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 FR1–5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products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receipt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update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97480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3429000" y="10149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 FR6–9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34416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delivery details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9748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6309360" y="10149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 FR10–13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134416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processing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details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transaction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failures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2697480" cy="329184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548640" y="2752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 FR14–16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8152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stock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availability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26974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3337560" y="2697480"/>
            <a:ext cx="269748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20"/>
          <p:cNvSpPr/>
          <p:nvPr/>
        </p:nvSpPr>
        <p:spPr>
          <a:xfrm>
            <a:off x="3429000" y="2752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 FR17–19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08152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reports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6974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5" name="Shape 23"/>
          <p:cNvSpPr/>
          <p:nvPr/>
        </p:nvSpPr>
        <p:spPr>
          <a:xfrm>
            <a:off x="6217920" y="2697480"/>
            <a:ext cx="269748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Text 24"/>
          <p:cNvSpPr/>
          <p:nvPr/>
        </p:nvSpPr>
        <p:spPr>
          <a:xfrm>
            <a:off x="6309360" y="2752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 FR20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081528"/>
            <a:ext cx="2532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315968"/>
            <a:ext cx="8412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9" name="Text 27"/>
          <p:cNvSpPr/>
          <p:nvPr/>
        </p:nvSpPr>
        <p:spPr>
          <a:xfrm>
            <a:off x="640080" y="4352544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 —  NFR1 Response &lt;2s  ·  NFR2 24/7 Availability  ·  NFR3 Security  ·  NFR4 Scalability  ·  NFR5 Usability  ·  NFR6 Data Consistency  ·  NFR7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Use Case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0058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73152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" y="37033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3474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E59E491-C179-609E-7177-C6D9136E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279" y="1065242"/>
            <a:ext cx="5803115" cy="40211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 —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0058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classes mapped directly to C# — all UML relationships preserved</a:t>
            </a:r>
            <a:endParaRPr lang="en-US" sz="11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ED94A4D-DFA0-C805-DF7B-29DB08516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11" y="1370331"/>
            <a:ext cx="6777318" cy="3692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DEMO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Console UI  —  Retail Management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2359152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1234440" y="237744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[ 1 ]  Login — correct &amp; wrong credentials           FR20 RBAC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97280" y="2798064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234440" y="281635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[ 2 ]  Scan items and process a POS sale             FR1–5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97280" y="3236976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234440" y="325526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[ 3 ]  View inventory and trigger a stock alert      FR14–16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3675888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234440" y="369417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[ 6 ]  Place an online order then cancel it          FR7–9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97280" y="4114800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234440" y="413308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[ 7 ]  Process a payment — success and decline       FR10–13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97280" y="4553712"/>
            <a:ext cx="6949440" cy="365760"/>
          </a:xfrm>
          <a:prstGeom prst="rect">
            <a:avLst/>
          </a:prstGeom>
          <a:solidFill>
            <a:srgbClr val="0A2540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1234440" y="457200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[ 8 ]  Generate a sales report and export            FR17–19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229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22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13385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Group — 5 departments, 5 stakeholder roles identified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73352"/>
            <a:ext cx="822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548640" y="16733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72821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functional + 7 non-functional requirements, full traceability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822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548640" y="22677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3225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— 5 actors, 10 use cases, &lt;&lt;include&gt;&gt; and &lt;&lt;extend&gt;&gt;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62072"/>
            <a:ext cx="822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548640" y="28620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291693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C# classes — UML mapping, OOP principles, low coupling, high cohesion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56432"/>
            <a:ext cx="822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548640" y="34564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5112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CUI covering FR1–FR20 and NFR1–NFR7 with live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Interfaces (IPayable), enumerations (OrderStatusEnum), extended integration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419</Words>
  <Application>Microsoft Office PowerPoint</Application>
  <PresentationFormat>On-screen Show (16:9)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Management System — DPSM Phase 1</dc:title>
  <dc:subject>PptxGenJS Presentation</dc:subject>
  <dc:creator>PptxGenJS</dc:creator>
  <cp:lastModifiedBy>Matty Luriz</cp:lastModifiedBy>
  <cp:revision>3</cp:revision>
  <dcterms:created xsi:type="dcterms:W3CDTF">2026-04-18T07:29:47Z</dcterms:created>
  <dcterms:modified xsi:type="dcterms:W3CDTF">2026-04-19T06:11:24Z</dcterms:modified>
</cp:coreProperties>
</file>