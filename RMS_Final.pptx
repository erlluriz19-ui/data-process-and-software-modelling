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10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2513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9144000" cy="1371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0" y="3520440"/>
            <a:ext cx="9144000" cy="16230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Management System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Warehouse Group New Zealand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DA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DPSM Project  ·  Phase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 ·  Requirements  ·  UML  ·  C# Implementation  ·  Live Demo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0416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[Student ID]  ·  Data Process and Software Modelling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&amp; Stakeholders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100584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931920" cy="3931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640080" y="10789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Warehouse Group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Zealand's largest listed retailer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13232" y="1901952"/>
            <a:ext cx="109728" cy="1097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914400" y="185623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1982 — single Auckland warehouse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2432304"/>
            <a:ext cx="109728" cy="1097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914400" y="2386584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employees across 42 stores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" y="2962656"/>
            <a:ext cx="109728" cy="1097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914400" y="291693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Brands: The Warehouse, Warehouse Stationery, Noel Leeming, Torpedo7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13232" y="3493008"/>
            <a:ext cx="109728" cy="1097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914400" y="344728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centralises in-store POS, online sales, inventory, payments and reporting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0" y="960120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6" name="Shape 14"/>
          <p:cNvSpPr/>
          <p:nvPr/>
        </p:nvSpPr>
        <p:spPr>
          <a:xfrm>
            <a:off x="4572000" y="960120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Text 15"/>
          <p:cNvSpPr/>
          <p:nvPr/>
        </p:nvSpPr>
        <p:spPr>
          <a:xfrm>
            <a:off x="4709160" y="1033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589520" y="1069848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17"/>
          <p:cNvSpPr/>
          <p:nvPr/>
        </p:nvSpPr>
        <p:spPr>
          <a:xfrm>
            <a:off x="7589520" y="10698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09160" y="13258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Browse, cart, checkout, track orders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0" y="1746504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22" name="Shape 20"/>
          <p:cNvSpPr/>
          <p:nvPr/>
        </p:nvSpPr>
        <p:spPr>
          <a:xfrm>
            <a:off x="4572000" y="1746504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3" name="Text 21"/>
          <p:cNvSpPr/>
          <p:nvPr/>
        </p:nvSpPr>
        <p:spPr>
          <a:xfrm>
            <a:off x="4709160" y="1819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Associate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589520" y="1856232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5" name="Text 23"/>
          <p:cNvSpPr/>
          <p:nvPr/>
        </p:nvSpPr>
        <p:spPr>
          <a:xfrm>
            <a:off x="7589520" y="18562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9160" y="21122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transactions, receipts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0" y="2532888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28" name="Shape 26"/>
          <p:cNvSpPr/>
          <p:nvPr/>
        </p:nvSpPr>
        <p:spPr>
          <a:xfrm>
            <a:off x="4572000" y="2532888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9" name="Text 27"/>
          <p:cNvSpPr/>
          <p:nvPr/>
        </p:nvSpPr>
        <p:spPr>
          <a:xfrm>
            <a:off x="4709160" y="26060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Staff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589520" y="264261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31" name="Text 29"/>
          <p:cNvSpPr/>
          <p:nvPr/>
        </p:nvSpPr>
        <p:spPr>
          <a:xfrm>
            <a:off x="7589520" y="26426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9160" y="289864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updates, inventory, alerts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3319272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34" name="Shape 32"/>
          <p:cNvSpPr/>
          <p:nvPr/>
        </p:nvSpPr>
        <p:spPr>
          <a:xfrm>
            <a:off x="4572000" y="3319272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35" name="Text 33"/>
          <p:cNvSpPr/>
          <p:nvPr/>
        </p:nvSpPr>
        <p:spPr>
          <a:xfrm>
            <a:off x="4709160" y="33924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589520" y="3429000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37" name="Text 35"/>
          <p:cNvSpPr/>
          <p:nvPr/>
        </p:nvSpPr>
        <p:spPr>
          <a:xfrm>
            <a:off x="7589520" y="34290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09160" y="368503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Reports, analytics, performance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0" y="4105656"/>
            <a:ext cx="42976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40" name="Shape 38"/>
          <p:cNvSpPr/>
          <p:nvPr/>
        </p:nvSpPr>
        <p:spPr>
          <a:xfrm>
            <a:off x="4572000" y="4105656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1" name="Text 39"/>
          <p:cNvSpPr/>
          <p:nvPr/>
        </p:nvSpPr>
        <p:spPr>
          <a:xfrm>
            <a:off x="4709160" y="4178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Administrator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589520" y="4215384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3" name="Text 41"/>
          <p:cNvSpPr/>
          <p:nvPr/>
        </p:nvSpPr>
        <p:spPr>
          <a:xfrm>
            <a:off x="7589520" y="42153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09160" y="447141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system maintenance, RBAC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— FR &amp; NFR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100584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697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0149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of Sale  FR1–5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44168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payment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products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total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receipt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stock update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7560" y="96012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3337560" y="960120"/>
            <a:ext cx="2697480" cy="329184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3429000" y="10149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 FR6–9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29000" y="1344168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products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delivery details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96012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6217920" y="960120"/>
            <a:ext cx="269748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6309360" y="10149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 FR10–13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1344168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processing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details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transaction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failures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457200" y="2697480"/>
            <a:ext cx="2697480" cy="329184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548640" y="27523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 FR14–16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081528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stock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availability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Low-stock alerts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37560" y="269748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3337560" y="2697480"/>
            <a:ext cx="269748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3429000" y="27523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 FR17–19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29000" y="3081528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reports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reports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reports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17920" y="269748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25" name="Shape 23"/>
          <p:cNvSpPr/>
          <p:nvPr/>
        </p:nvSpPr>
        <p:spPr>
          <a:xfrm>
            <a:off x="6217920" y="2697480"/>
            <a:ext cx="2697480" cy="32918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6" name="Text 24"/>
          <p:cNvSpPr/>
          <p:nvPr/>
        </p:nvSpPr>
        <p:spPr>
          <a:xfrm>
            <a:off x="6309360" y="27523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 FR20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09360" y="3081528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(RBAC)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4315968"/>
            <a:ext cx="841248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9" name="Text 27"/>
          <p:cNvSpPr/>
          <p:nvPr/>
        </p:nvSpPr>
        <p:spPr>
          <a:xfrm>
            <a:off x="640080" y="4352544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  —  NFR1 Response &lt;2s  ·  NFR2 24/7 Availability  ·  NFR3 Security  ·  NFR4 Scalability  ·  NFR5 Usability  ·  NFR6 Data Consistency  ·  NFR7 Compliance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Use Case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100584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73152" y="25146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Staff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" y="37033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0" y="17373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3474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Admin</a:t>
            </a:r>
            <a:endParaRPr lang="en-US" sz="90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FE59E491-C179-609E-7177-C6D9136E1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279" y="1065242"/>
            <a:ext cx="5803115" cy="40211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Class Diagram — Structure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100584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classes mapped directly to C# — all UML relationships preserved</a:t>
            </a:r>
            <a:endParaRPr lang="en-US" sz="1100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7ED94A4D-DFA0-C805-DF7B-29DB085161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11" y="1370331"/>
            <a:ext cx="6777318" cy="36921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Implementation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100584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→ C# mapping  ·  Dependency injection  ·  Design decisions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397764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61872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Tight Coupling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591056"/>
            <a:ext cx="397764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62763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SalesAssociate creates Payment internally
</a:t>
            </a:r>
            <a:pPr indent="0" marL="0">
              <a:buNone/>
            </a:pPr>
            <a:r>
              <a:rPr lang="en-US" sz="9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Payment p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= </a:t>
            </a:r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new </a:t>
            </a:r>
            <a:pPr indent="0" marL="0">
              <a:buNone/>
            </a:pPr>
            <a:r>
              <a:rPr lang="en-US" sz="9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 { amount = total };
</a:t>
            </a:r>
            <a:pPr indent="0" marL="0">
              <a:buNone/>
            </a:pPr>
            <a:r>
              <a:rPr lang="en-US" sz="9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ok = p.processPayment();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59689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SalesAssociate depends on building Payment — high coupling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3977640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94436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Low Coupling (Dependency Injection)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73552"/>
            <a:ext cx="397764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331012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Payment created in Setup(), passed in
</a:t>
            </a:r>
            <a:pPr indent="0" marL="0">
              <a:buNone/>
            </a:pPr>
            <a:r>
              <a:rPr lang="en-US" sz="9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sarah.processSale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demoSale, demoPayment, items</a:t>
            </a:r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427939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class creates its dependencies — each class does one job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261872"/>
            <a:ext cx="4251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261872"/>
            <a:ext cx="64008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33502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→ C# Mapping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59105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classes, attributes, methods, and relationships from the UML Class Diagram map directly to C# classes. Every association, composition, and aggregation is preserved in code.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388352" y="1335024"/>
            <a:ext cx="1417320" cy="694944"/>
          </a:xfrm>
          <a:prstGeom prst="rect">
            <a:avLst/>
          </a:prstGeom>
          <a:solidFill>
            <a:srgbClr val="F0F9FF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24928" y="1371600"/>
            <a:ext cx="13441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◆──── OrderItem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  ◆──── SaleItem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617720" y="2212848"/>
            <a:ext cx="4251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2212848"/>
            <a:ext cx="64008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860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2542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fields are private with public properties. stockQuantity in Product is read-only externally — the only mutation path is updateStock(), which validates before applying.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388352" y="2286000"/>
            <a:ext cx="1417320" cy="694944"/>
          </a:xfrm>
          <a:prstGeom prst="rect">
            <a:avLst/>
          </a:prstGeom>
          <a:solidFill>
            <a:srgbClr val="F0F9FF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24928" y="2322576"/>
            <a:ext cx="13441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int _stockQuantity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updateStock(int qty)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617720" y="3163824"/>
            <a:ext cx="4251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17720" y="3163824"/>
            <a:ext cx="64008" cy="868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323697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is the base class. All five roles extend it via base(...) in their constructors — reusing login(), logout(), and shared fields in one place without duplication.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88352" y="3236976"/>
            <a:ext cx="1417320" cy="694944"/>
          </a:xfrm>
          <a:prstGeom prst="rect">
            <a:avLst/>
          </a:prstGeom>
          <a:solidFill>
            <a:srgbClr val="F0F9FF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24928" y="3273552"/>
            <a:ext cx="13441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SalesAssociate : User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: User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617720" y="4114800"/>
            <a:ext cx="4251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17720" y="4114800"/>
            <a:ext cx="64008" cy="86868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4187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Responsibility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54880" y="44439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class has one clearly defined job. Product manages stock. Payment handles payment logic. Report handles generation and export. No class bleeds into another's concern.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388352" y="4187952"/>
            <a:ext cx="1417320" cy="694944"/>
          </a:xfrm>
          <a:prstGeom prst="rect">
            <a:avLst/>
          </a:prstGeom>
          <a:solidFill>
            <a:srgbClr val="F0F9FF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24928" y="4224528"/>
            <a:ext cx="13441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→ stock only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 → payment logic only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DEMO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Console UI  —  Retail Management System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97280" y="2359152"/>
            <a:ext cx="6949440" cy="365760"/>
          </a:xfrm>
          <a:prstGeom prst="rect">
            <a:avLst/>
          </a:prstGeom>
          <a:solidFill>
            <a:srgbClr val="0A2540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1234440" y="2377440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[ 1 ]  Login — correct &amp; wrong credentials           FR20 RBAC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97280" y="2798064"/>
            <a:ext cx="6949440" cy="365760"/>
          </a:xfrm>
          <a:prstGeom prst="rect">
            <a:avLst/>
          </a:prstGeom>
          <a:solidFill>
            <a:srgbClr val="0A2540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234440" y="2816352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[ 2 ]  Scan items and process a POS sale             FR1–5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97280" y="3236976"/>
            <a:ext cx="6949440" cy="365760"/>
          </a:xfrm>
          <a:prstGeom prst="rect">
            <a:avLst/>
          </a:prstGeom>
          <a:solidFill>
            <a:srgbClr val="0A2540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234440" y="3255264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[ 3 ]  View inventory and trigger a stock alert      FR14–16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97280" y="3675888"/>
            <a:ext cx="6949440" cy="365760"/>
          </a:xfrm>
          <a:prstGeom prst="rect">
            <a:avLst/>
          </a:prstGeom>
          <a:solidFill>
            <a:srgbClr val="0A2540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234440" y="3694176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[ 6 ]  Place an online order then cancel it          FR7–9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97280" y="4114800"/>
            <a:ext cx="6949440" cy="365760"/>
          </a:xfrm>
          <a:prstGeom prst="rect">
            <a:avLst/>
          </a:prstGeom>
          <a:solidFill>
            <a:srgbClr val="0A2540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234440" y="4133088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[ 7 ]  Process a payment — success and decline       FR10–13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97280" y="4553712"/>
            <a:ext cx="6949440" cy="365760"/>
          </a:xfrm>
          <a:prstGeom prst="rect">
            <a:avLst/>
          </a:prstGeom>
          <a:solidFill>
            <a:srgbClr val="0A2540"/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1234440" y="4572000"/>
            <a:ext cx="6675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[ 8 ]  Generate a sales report and export            FR17–19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822960" cy="6400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82296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078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08760" y="113385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Warehouse Group — 5 departments, 5 stakeholder roles identified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73352"/>
            <a:ext cx="82296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548640" y="16733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08760" y="172821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functional + 7 non-functional requirements, full traceability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67712"/>
            <a:ext cx="82296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548640" y="226771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508760" y="232257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 — 5 actors, 10 use cases, &lt;&lt;include&gt;&gt; and &lt;&lt;extend&gt;&gt;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62072"/>
            <a:ext cx="82296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548640" y="286207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291693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C# classes — UML mapping, OOP principles, low coupling, high cohesion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456432"/>
            <a:ext cx="82296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548640" y="34564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508760" y="35112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CUI covering FR1–FR20 and NFR1–NFR7 with live output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2793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Interfaces (IPayable), enumerations (OrderStatusEnum), extended integration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637</Words>
  <Application>Microsoft Office PowerPoint</Application>
  <PresentationFormat>On-screen Show (16:9)</PresentationFormat>
  <Paragraphs>116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Management System — DPSM Phase 1</dc:title>
  <dc:subject>PptxGenJS Presentation</dc:subject>
  <dc:creator>PptxGenJS</dc:creator>
  <cp:lastModifiedBy>Matty Luriz</cp:lastModifiedBy>
  <cp:revision>2</cp:revision>
  <dcterms:created xsi:type="dcterms:W3CDTF">2026-04-18T07:29:47Z</dcterms:created>
  <dcterms:modified xsi:type="dcterms:W3CDTF">2026-04-18T07:44:21Z</dcterms:modified>
</cp:coreProperties>
</file>